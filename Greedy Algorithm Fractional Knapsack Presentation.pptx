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4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440"/>
                </a:solidFill>
                <a:latin typeface="Arial"/>
              </a:rPr>
              <a:t>Total value (Rs)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value</c:v>
                </c:pt>
              </c:strCache>
            </c:strRef>
          </c:tx>
          <c:spPr>
            <a:solidFill>
              <a:srgbClr val="0F9D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9D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Fractional (greedy)</c:v>
                  </c:pt>
                  <c:pt idx="1">
                    <c:v>0/1 best (B + C)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240</c:v>
                </c:pt>
                <c:pt idx="1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6350" cap="flat">
              <a:solidFill>
                <a:srgbClr val="D9E0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F9D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2377440"/>
            <a:ext cx="2926080" cy="292608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</a:rPr>
              <a:t>DESIGN &amp; ANALYSIS OF ALGORITHMS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Greedy Algorithm: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Fractional Knapsack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7EA"/>
                </a:solidFill>
              </a:rPr>
              <a:t>Pick the best value-per-kilo first, and fill every last gram.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3108960" cy="457200"/>
          </a:xfrm>
          <a:prstGeom prst="roundRect">
            <a:avLst>
              <a:gd name="adj" fmla="val 30000"/>
            </a:avLst>
          </a:prstGeom>
          <a:solidFill>
            <a:srgbClr val="0F9D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Generated using Claude 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40"/>
                </a:solidFill>
              </a:rPr>
              <a:t>What is a Greedy Algorithm?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</a:rPr>
              <a:t>Build the answer step by step, always taking the best-looking choice now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709160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E3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Generated using Claude AI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2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54480"/>
            <a:ext cx="457200" cy="6400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Local Choice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0312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At every step pick the option that looks best right now, without looking ahead.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554480"/>
            <a:ext cx="457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Never Look Back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10312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Once a choice is made it is never undone. No backtracking, so it is fast.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554480"/>
            <a:ext cx="457200" cy="6400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220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Global Optimum?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10312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Works only if the problem has the greedy-choice property and optimal substructure.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40"/>
                </a:solidFill>
              </a:rPr>
              <a:t>The Knapsack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</a:rPr>
              <a:t>Pack the most valuable load into a bag with limited capacity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709160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E3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Generated using Claude AI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3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54480"/>
            <a:ext cx="457200" cy="6400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Given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03120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n items, each with weight w and value 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A knapsack of capacity 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554480"/>
            <a:ext cx="457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Goal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03120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Maximize total value while total weight stays at most W.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Fractional version: you may take a fraction x (0 to 1) of an item.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40"/>
                </a:solidFill>
              </a:rPr>
              <a:t>Fractional vs 0/1 Knapsack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4709160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E3F5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Generated using Claude AI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4 / 12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Fractional Knapsack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0/1 Knapsack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Item choice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Can take a fraction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Take whole or nothing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Approach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Greedy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Dynamic Programming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Optimal by greedy?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Yes, always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No, can fail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Time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O(n log n)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O(nW)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Example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Gold dust, grains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Laptops, machines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40"/>
                </a:solidFill>
              </a:rPr>
              <a:t>The Key Idea: Value-to-Weight Ratio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</a:rPr>
              <a:t>Which item gives the most value for each unit of weight?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709160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E3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Generated using Claude AI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5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8138160" cy="1188720"/>
          </a:xfrm>
          <a:prstGeom prst="roundRect">
            <a:avLst>
              <a:gd name="adj" fmla="val 11538"/>
            </a:avLst>
          </a:prstGeom>
          <a:solidFill>
            <a:srgbClr val="1B24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37160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 =  value / weight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971800"/>
            <a:ext cx="457200" cy="6400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Higher ratio = better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A kilo of the high-ratio item is always worth more than a kilo of any lower-ratio item.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278892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2971800"/>
            <a:ext cx="457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Fractions fix the gap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Leftover space is filled with a part of the next item, so no capacity is wasted.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40"/>
                </a:solidFill>
              </a:rPr>
              <a:t>The 3-Step Greedy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4709160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E3F5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Generated using Claude AI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6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54480"/>
            <a:ext cx="457200" cy="6400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Compute Ratios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0312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For every item calculate v / w.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23160" y="1508760"/>
            <a:ext cx="502920" cy="50292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231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554480"/>
            <a:ext cx="457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Sort Descending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10312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Arrange items from highest ratio to lowest.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66360" y="15087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663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98932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554480"/>
            <a:ext cx="457200" cy="6400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Fill the Bag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10312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Take whole items while they fit. Take a fraction of the next one for the remaining space.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09560" y="1508760"/>
            <a:ext cx="502920" cy="50292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095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40"/>
                </a:solidFill>
              </a:rPr>
              <a:t>Numerical Example: Setup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</a:rPr>
              <a:t>Capacity W = 50 kg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709160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E3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Generated using Claude AI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7 / 12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Weight (kg)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Value (Rs)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Ratio v/w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40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40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40"/>
                          </a:solidFill>
                        </a:rPr>
                        <a:t>60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40"/>
                          </a:solidFill>
                        </a:rPr>
                        <a:t>6.0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40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40"/>
                          </a:solidFill>
                        </a:rPr>
                        <a:t>20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40"/>
                          </a:solidFill>
                        </a:rPr>
                        <a:t>100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40"/>
                          </a:solidFill>
                        </a:rPr>
                        <a:t>5.0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40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40"/>
                          </a:solidFill>
                        </a:rPr>
                        <a:t>30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40"/>
                          </a:solidFill>
                        </a:rPr>
                        <a:t>120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40"/>
                          </a:solidFill>
                        </a:rPr>
                        <a:t>4.0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02920" y="3840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8A"/>
                </a:solidFill>
              </a:rPr>
              <a:t>Already sorted by ratio: A &gt; B &gt; C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40"/>
                </a:solidFill>
              </a:rPr>
              <a:t>Step-by-Step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</a:rPr>
              <a:t>Remaining capacity starts at 50 kg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709160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E3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Generated using Claude AI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8 / 12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645920"/>
                <a:gridCol w="1828800"/>
                <a:gridCol w="201168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Pick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Taken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Value added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Capacity left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A (10 kg)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Whole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60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40 kg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B (20 kg)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Whole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20 kg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C (30 kg)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20/30 = 2/3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2/3 x 120 = 80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0 kg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240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40"/>
                          </a:solidFill>
                        </a:rPr>
                        <a:t>Bag is full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40"/>
                </a:solidFill>
              </a:rPr>
              <a:t>Greedy Wins: Fractional vs 0/1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</a:rPr>
              <a:t>Same items, same capacity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709160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E3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Generated using Claude AI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9 / 12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28016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1371600"/>
            <a:ext cx="31546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554480"/>
            <a:ext cx="457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0" y="1691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Why the gap?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2103120"/>
            <a:ext cx="2788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In 0/1, A+B = 160 or B+C = 220 (A+C is 40 kg = 180). A part of C cannot be taken. Fractions let us reach 240.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40"/>
                </a:solidFill>
              </a:rPr>
              <a:t>Algorithm (Pseudocode)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4709160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E3F5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Generated using Claude AI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10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8138160" cy="3337560"/>
          </a:xfrm>
          <a:prstGeom prst="roundRect">
            <a:avLst>
              <a:gd name="adj" fmla="val 3288"/>
            </a:avLst>
          </a:prstGeom>
          <a:solidFill>
            <a:srgbClr val="1B24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28016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FractionalKnapsack(items, W)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 items by v/w in descending order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totalValue =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item i in sorted order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w[i] &lt;= 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 = W - w[i];  totalValue += v[i]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totalValue += v[i] * (W / w[i])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break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totalValue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40"/>
                </a:solidFill>
              </a:rPr>
              <a:t>Time Complexity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4709160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E3F5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Generated using Claude AI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11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457200" cy="6400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Sorting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O(n log 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371600"/>
            <a:ext cx="457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Greedy loop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O(n)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371600"/>
            <a:ext cx="457200" cy="6400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Total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O(n log n)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0175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</a:rPr>
              <a:t>Sorting dominates, so overall time is O(n log n). </a:t>
            </a:r>
            <a:pPr indent="0" marL="0">
              <a:buNone/>
            </a:pPr>
            <a:r>
              <a:rPr lang="en-US" sz="1600" dirty="0">
                <a:solidFill>
                  <a:srgbClr val="1B2440"/>
                </a:solidFill>
              </a:rPr>
              <a:t>Extra space is O(1) if sorting in place. A max-heap can pick items in O(n + k log n) when only k items are needed.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40"/>
                </a:solidFill>
              </a:rPr>
              <a:t>Real-World Applications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</a:rPr>
              <a:t>And 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709160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E3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Generated using Claude AI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12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54480"/>
            <a:ext cx="457200" cy="6400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Cargo and Logistics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0312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Loading bulk goods like grain, oil, or sand into limited capacity.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554480"/>
            <a:ext cx="457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Resource Allocation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10312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Splitting a budget or CPU time across tasks by return per unit.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3716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554480"/>
            <a:ext cx="457200" cy="6400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220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</a:rPr>
              <a:t>Finance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10312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Investing divisible amounts in assets with the best return per rupee.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840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</a:rPr>
              <a:t>Takeaway: sort by v/w, take greedily, split the last item. Time O(n log n).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Fractional Knapsack - DAA</dc:title>
  <dc:subject>PptxGenJS Presentation</dc:subject>
  <dc:creator>PptxGenJS</dc:creator>
  <cp:lastModifiedBy>PptxGenJS</cp:lastModifiedBy>
  <cp:revision>1</cp:revision>
  <dcterms:created xsi:type="dcterms:W3CDTF">2026-10-20T04:59:01Z</dcterms:created>
  <dcterms:modified xsi:type="dcterms:W3CDTF">2026-10-20T04:59:01Z</dcterms:modified>
</cp:coreProperties>
</file>